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lgn="ctr">
              <a:buNone/>
            </a:pPr>
            <a:endParaRPr b="0" lang="en-AE" sz="4400" spc="-1" strike="noStrike">
              <a:solidFill>
                <a:srgbClr val="000000"/>
              </a:solidFill>
              <a:latin typeface="Arial"/>
            </a:endParaRPr>
          </a:p>
        </p:txBody>
      </p:sp>
      <p:sp>
        <p:nvSpPr>
          <p:cNvPr id="7" name="PlaceHolder 2"/>
          <p:cNvSpPr>
            <a:spLocks noGrp="1"/>
          </p:cNvSpPr>
          <p:nvPr>
            <p:ph type="subTitle"/>
          </p:nvPr>
        </p:nvSpPr>
        <p:spPr>
          <a:xfrm>
            <a:off x="640080" y="2633400"/>
            <a:ext cx="10890360" cy="3565440"/>
          </a:xfrm>
          <a:prstGeom prst="rect">
            <a:avLst/>
          </a:prstGeom>
          <a:noFill/>
          <a:ln w="0">
            <a:noFill/>
          </a:ln>
        </p:spPr>
        <p:txBody>
          <a:bodyPr lIns="0" rIns="0" tIns="0" bIns="0" anchor="ctr">
            <a:noAutofit/>
          </a:bodyPr>
          <a:p>
            <a:pPr indent="0" algn="ctr">
              <a:buNone/>
            </a:pPr>
            <a:endParaRPr b="0" lang="en-AE"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025A268-28D9-49A4-A5C0-EBD269D4301B}" type="slidenum">
              <a:t>&lt;#&gt;</a:t>
            </a:fld>
          </a:p>
        </p:txBody>
      </p:sp>
      <p:sp>
        <p:nvSpPr>
          <p:cNvPr id="6" name="PlaceHolder 5"/>
          <p:cNvSpPr>
            <a:spLocks noGrp="1"/>
          </p:cNvSpPr>
          <p:nvPr>
            <p:ph type="dt" idx="3"/>
          </p:nvPr>
        </p:nvSpPr>
        <p:spPr/>
        <p:txBody>
          <a:bodyPr/>
          <a:p>
            <a:r>
              <a:rPr lang="en-AE"/>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F98B23D-C9C9-4C3A-A3CC-66919B2EA9A2}" type="slidenum">
              <a:t>&lt;#&gt;</a:t>
            </a:fld>
          </a:p>
        </p:txBody>
      </p:sp>
      <p:sp>
        <p:nvSpPr>
          <p:cNvPr id="4" name="PlaceHolder 3"/>
          <p:cNvSpPr>
            <a:spLocks noGrp="1"/>
          </p:cNvSpPr>
          <p:nvPr>
            <p:ph type="dt" idx="6"/>
          </p:nvPr>
        </p:nvSpPr>
        <p:spPr/>
        <p:txBody>
          <a:bodyPr/>
          <a:p>
            <a:r>
              <a:rPr lang="en-AE"/>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6683870-49F3-4FDC-BB16-DE70ED6BC17A}" type="slidenum">
              <a:t>&lt;#&gt;</a:t>
            </a:fld>
          </a:p>
        </p:txBody>
      </p:sp>
      <p:sp>
        <p:nvSpPr>
          <p:cNvPr id="4" name="PlaceHolder 3"/>
          <p:cNvSpPr>
            <a:spLocks noGrp="1"/>
          </p:cNvSpPr>
          <p:nvPr>
            <p:ph type="dt" idx="9"/>
          </p:nvPr>
        </p:nvSpPr>
        <p:spPr/>
        <p:txBody>
          <a:bodyPr/>
          <a:p>
            <a:r>
              <a:rPr lang="en-AE"/>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lgn="ctr">
              <a:buNone/>
            </a:pPr>
            <a:endParaRPr b="0" lang="en-AE" sz="4400" spc="-1" strike="noStrike">
              <a:solidFill>
                <a:srgbClr val="000000"/>
              </a:solidFill>
              <a:latin typeface="Arial"/>
            </a:endParaRPr>
          </a:p>
        </p:txBody>
      </p:sp>
      <p:sp>
        <p:nvSpPr>
          <p:cNvPr id="25" name="PlaceHolder 2"/>
          <p:cNvSpPr>
            <a:spLocks noGrp="1"/>
          </p:cNvSpPr>
          <p:nvPr>
            <p:ph/>
          </p:nvPr>
        </p:nvSpPr>
        <p:spPr>
          <a:xfrm>
            <a:off x="640080" y="2633400"/>
            <a:ext cx="10890360" cy="3565440"/>
          </a:xfrm>
          <a:prstGeom prst="rect">
            <a:avLst/>
          </a:prstGeom>
          <a:noFill/>
          <a:ln w="0">
            <a:noFill/>
          </a:ln>
        </p:spPr>
        <p:txBody>
          <a:bodyPr lIns="0" rIns="0" tIns="0" bIns="0" anchor="t">
            <a:normAutofit/>
          </a:bodyPr>
          <a:p>
            <a:pPr indent="0">
              <a:spcBef>
                <a:spcPts val="1417"/>
              </a:spcBef>
              <a:buNone/>
            </a:pPr>
            <a:endParaRPr b="0" lang="en-AE"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E303D89-F815-48E2-8834-69B14F0A6393}" type="slidenum">
              <a:t>&lt;#&gt;</a:t>
            </a:fld>
          </a:p>
        </p:txBody>
      </p:sp>
      <p:sp>
        <p:nvSpPr>
          <p:cNvPr id="6" name="PlaceHolder 5"/>
          <p:cNvSpPr>
            <a:spLocks noGrp="1"/>
          </p:cNvSpPr>
          <p:nvPr>
            <p:ph type="dt" idx="12"/>
          </p:nvPr>
        </p:nvSpPr>
        <p:spPr/>
        <p:txBody>
          <a:bodyPr/>
          <a:p>
            <a:r>
              <a:rPr lang="en-AE"/>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BDD5A527-93E5-4E69-AEF2-84B2B1263039}" type="slidenum">
              <a:t>&lt;#&gt;</a:t>
            </a:fld>
          </a:p>
        </p:txBody>
      </p:sp>
      <p:sp>
        <p:nvSpPr>
          <p:cNvPr id="4" name="PlaceHolder 3"/>
          <p:cNvSpPr>
            <a:spLocks noGrp="1"/>
          </p:cNvSpPr>
          <p:nvPr>
            <p:ph type="dt" idx="15"/>
          </p:nvPr>
        </p:nvSpPr>
        <p:spPr/>
        <p:txBody>
          <a:bodyPr/>
          <a:p>
            <a:r>
              <a:rPr lang="en-AE"/>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lgn="ctr">
              <a:buNone/>
            </a:pPr>
            <a:endParaRPr b="0" lang="en-AE" sz="4400" spc="-1" strike="noStrike">
              <a:solidFill>
                <a:srgbClr val="000000"/>
              </a:solidFill>
              <a:latin typeface="Arial"/>
            </a:endParaRPr>
          </a:p>
        </p:txBody>
      </p:sp>
      <p:sp>
        <p:nvSpPr>
          <p:cNvPr id="40" name="PlaceHolder 2"/>
          <p:cNvSpPr>
            <a:spLocks noGrp="1"/>
          </p:cNvSpPr>
          <p:nvPr>
            <p:ph/>
          </p:nvPr>
        </p:nvSpPr>
        <p:spPr>
          <a:xfrm>
            <a:off x="640080" y="2633400"/>
            <a:ext cx="5314320" cy="3565440"/>
          </a:xfrm>
          <a:prstGeom prst="rect">
            <a:avLst/>
          </a:prstGeom>
          <a:noFill/>
          <a:ln w="0">
            <a:noFill/>
          </a:ln>
        </p:spPr>
        <p:txBody>
          <a:bodyPr lIns="0" rIns="0" tIns="0" bIns="0" anchor="t">
            <a:normAutofit/>
          </a:bodyPr>
          <a:p>
            <a:pPr indent="0">
              <a:spcBef>
                <a:spcPts val="1417"/>
              </a:spcBef>
              <a:buNone/>
            </a:pPr>
            <a:endParaRPr b="0" lang="en-AE" sz="3200" spc="-1" strike="noStrike">
              <a:solidFill>
                <a:srgbClr val="000000"/>
              </a:solidFill>
              <a:latin typeface="Arial"/>
            </a:endParaRPr>
          </a:p>
        </p:txBody>
      </p:sp>
      <p:sp>
        <p:nvSpPr>
          <p:cNvPr id="41" name="PlaceHolder 3"/>
          <p:cNvSpPr>
            <a:spLocks noGrp="1"/>
          </p:cNvSpPr>
          <p:nvPr>
            <p:ph/>
          </p:nvPr>
        </p:nvSpPr>
        <p:spPr>
          <a:xfrm>
            <a:off x="6220440" y="2633400"/>
            <a:ext cx="5314320" cy="3565440"/>
          </a:xfrm>
          <a:prstGeom prst="rect">
            <a:avLst/>
          </a:prstGeom>
          <a:noFill/>
          <a:ln w="0">
            <a:noFill/>
          </a:ln>
        </p:spPr>
        <p:txBody>
          <a:bodyPr lIns="0" rIns="0" tIns="0" bIns="0" anchor="t">
            <a:normAutofit/>
          </a:bodyPr>
          <a:p>
            <a:pPr indent="0">
              <a:spcBef>
                <a:spcPts val="1417"/>
              </a:spcBef>
              <a:buNone/>
            </a:pPr>
            <a:endParaRPr b="0" lang="en-AE"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D4B0682A-B900-4922-8618-91319E10B426}" type="slidenum">
              <a:t>&lt;#&gt;</a:t>
            </a:fld>
          </a:p>
        </p:txBody>
      </p:sp>
      <p:sp>
        <p:nvSpPr>
          <p:cNvPr id="7" name="PlaceHolder 6"/>
          <p:cNvSpPr>
            <a:spLocks noGrp="1"/>
          </p:cNvSpPr>
          <p:nvPr>
            <p:ph type="dt" idx="18"/>
          </p:nvPr>
        </p:nvSpPr>
        <p:spPr/>
        <p:txBody>
          <a:bodyPr/>
          <a:p>
            <a:r>
              <a:rPr lang="en-AE"/>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365B0D0C-0575-4D55-BB2D-B667B1A54207}" type="slidenum">
              <a:t>&lt;#&gt;</a:t>
            </a:fld>
          </a:p>
        </p:txBody>
      </p:sp>
      <p:sp>
        <p:nvSpPr>
          <p:cNvPr id="4" name="PlaceHolder 3"/>
          <p:cNvSpPr>
            <a:spLocks noGrp="1"/>
          </p:cNvSpPr>
          <p:nvPr>
            <p:ph type="dt" idx="21"/>
          </p:nvPr>
        </p:nvSpPr>
        <p:spPr/>
        <p:txBody>
          <a:bodyPr/>
          <a:p>
            <a:r>
              <a:rPr lang="en-AE"/>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lgn="ctr">
              <a:buNone/>
            </a:pPr>
            <a:endParaRPr b="0" lang="en-AE"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D0171708-D8AF-4209-94BF-2398BE6D25BF}" type="slidenum">
              <a:t>&lt;#&gt;</a:t>
            </a:fld>
          </a:p>
        </p:txBody>
      </p:sp>
      <p:sp>
        <p:nvSpPr>
          <p:cNvPr id="5" name="PlaceHolder 4"/>
          <p:cNvSpPr>
            <a:spLocks noGrp="1"/>
          </p:cNvSpPr>
          <p:nvPr>
            <p:ph type="dt" idx="24"/>
          </p:nvPr>
        </p:nvSpPr>
        <p:spPr/>
        <p:txBody>
          <a:bodyPr/>
          <a:p>
            <a:r>
              <a:rPr lang="en-AE"/>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55ABAC18-C73E-45BB-966C-9F7891F7E5BD}" type="slidenum">
              <a:t>&lt;#&gt;</a:t>
            </a:fld>
          </a:p>
        </p:txBody>
      </p:sp>
      <p:sp>
        <p:nvSpPr>
          <p:cNvPr id="4" name="PlaceHolder 3"/>
          <p:cNvSpPr>
            <a:spLocks noGrp="1"/>
          </p:cNvSpPr>
          <p:nvPr>
            <p:ph type="dt" idx="27"/>
          </p:nvPr>
        </p:nvSpPr>
        <p:spPr/>
        <p:txBody>
          <a:bodyPr/>
          <a:p>
            <a:r>
              <a:rPr lang="en-AE"/>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5846EDF-D595-4518-B979-412791BC6C21}" type="slidenum">
              <a:t>&lt;#&gt;</a:t>
            </a:fld>
          </a:p>
        </p:txBody>
      </p:sp>
      <p:sp>
        <p:nvSpPr>
          <p:cNvPr id="4" name="PlaceHolder 3"/>
          <p:cNvSpPr>
            <a:spLocks noGrp="1"/>
          </p:cNvSpPr>
          <p:nvPr>
            <p:ph type="dt" idx="30"/>
          </p:nvPr>
        </p:nvSpPr>
        <p:spPr/>
        <p:txBody>
          <a:bodyPr/>
          <a:p>
            <a:r>
              <a:rPr lang="en-AE"/>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8A9DC896-2D04-4271-8868-929663A3D320}" type="slidenum">
              <a:t>&lt;#&gt;</a:t>
            </a:fld>
          </a:p>
        </p:txBody>
      </p:sp>
      <p:sp>
        <p:nvSpPr>
          <p:cNvPr id="4" name="PlaceHolder 3"/>
          <p:cNvSpPr>
            <a:spLocks noGrp="1"/>
          </p:cNvSpPr>
          <p:nvPr>
            <p:ph type="dt" idx="33"/>
          </p:nvPr>
        </p:nvSpPr>
        <p:spPr/>
        <p:txBody>
          <a:bodyPr/>
          <a:p>
            <a:r>
              <a:rPr lang="en-A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0"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1"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buNone/>
            </a:pPr>
            <a:r>
              <a:rPr b="0" lang="en-AE" sz="1800" spc="-1" strike="noStrike">
                <a:solidFill>
                  <a:srgbClr val="000000"/>
                </a:solidFill>
                <a:latin typeface="Arial"/>
              </a:rPr>
              <a:t>Click to edit the title text format</a:t>
            </a:r>
            <a:endParaRPr b="0" lang="en-AE" sz="1800" spc="-1" strike="noStrike">
              <a:solidFill>
                <a:srgbClr val="000000"/>
              </a:solidFill>
              <a:latin typeface="Arial"/>
            </a:endParaRPr>
          </a:p>
        </p:txBody>
      </p:sp>
      <p:sp>
        <p:nvSpPr>
          <p:cNvPr id="2" name="PlaceHolder 2"/>
          <p:cNvSpPr>
            <a:spLocks noGrp="1"/>
          </p:cNvSpPr>
          <p:nvPr>
            <p:ph type="ftr" idx="1"/>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 </a:t>
            </a:r>
            <a:endParaRPr b="0" lang="en-AE" sz="1400" spc="-1" strike="noStrike">
              <a:solidFill>
                <a:srgbClr val="000000"/>
              </a:solidFill>
              <a:latin typeface="Times New Roman"/>
            </a:endParaRPr>
          </a:p>
        </p:txBody>
      </p:sp>
      <p:sp>
        <p:nvSpPr>
          <p:cNvPr id="3" name="PlaceHolder 3"/>
          <p:cNvSpPr>
            <a:spLocks noGrp="1"/>
          </p:cNvSpPr>
          <p:nvPr>
            <p:ph type="sldNum" idx="2"/>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BA39CC8D-B2B5-4A29-89C7-CAB1E8DC704B}" type="slidenum">
              <a:rPr b="1" lang="en-US" sz="900" spc="296" strike="noStrike" cap="all">
                <a:solidFill>
                  <a:schemeClr val="dk1"/>
                </a:solidFill>
                <a:latin typeface="Grandview Display"/>
              </a:rPr>
              <a:t>7</a:t>
            </a:fld>
            <a:endParaRPr b="0" lang="en-AE" sz="900" spc="-1" strike="noStrike">
              <a:solidFill>
                <a:srgbClr val="000000"/>
              </a:solidFill>
              <a:latin typeface="Times New Roman"/>
            </a:endParaRPr>
          </a:p>
        </p:txBody>
      </p:sp>
      <p:sp>
        <p:nvSpPr>
          <p:cNvPr id="4" name="PlaceHolder 4"/>
          <p:cNvSpPr>
            <a:spLocks noGrp="1"/>
          </p:cNvSpPr>
          <p:nvPr>
            <p:ph type="dt" idx="3"/>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 </a:t>
            </a:r>
            <a:endParaRPr b="0" lang="en-AE" sz="1400" spc="-1" strike="noStrike">
              <a:solidFill>
                <a:srgbClr val="000000"/>
              </a:solidFill>
              <a:latin typeface="Times New Roman"/>
            </a:endParaRP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E" sz="3200" spc="-1" strike="noStrike">
                <a:solidFill>
                  <a:srgbClr val="000000"/>
                </a:solidFill>
                <a:latin typeface="Arial"/>
              </a:rPr>
              <a:t>Click to edit the outline text format</a:t>
            </a:r>
            <a:endParaRPr b="0" lang="en-AE"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AE" sz="2800" spc="-1" strike="noStrike">
                <a:solidFill>
                  <a:srgbClr val="000000"/>
                </a:solidFill>
                <a:latin typeface="Arial"/>
              </a:rPr>
              <a:t>Second Outline Level</a:t>
            </a:r>
            <a:endParaRPr b="0" lang="en-AE"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AE" sz="2400" spc="-1" strike="noStrike">
                <a:solidFill>
                  <a:srgbClr val="000000"/>
                </a:solidFill>
                <a:latin typeface="Arial"/>
              </a:rPr>
              <a:t>Third Outline Level</a:t>
            </a:r>
            <a:endParaRPr b="0" lang="en-AE"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AE" sz="2000" spc="-1" strike="noStrike">
                <a:solidFill>
                  <a:srgbClr val="000000"/>
                </a:solidFill>
                <a:latin typeface="Arial"/>
              </a:rPr>
              <a:t>Fourth Outline Level</a:t>
            </a:r>
            <a:endParaRPr b="0" lang="en-AE"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AE" sz="2000" spc="-1" strike="noStrike">
                <a:solidFill>
                  <a:srgbClr val="000000"/>
                </a:solidFill>
                <a:latin typeface="Arial"/>
              </a:rPr>
              <a:t>Fifth Outline Level</a:t>
            </a:r>
            <a:endParaRPr b="0" lang="en-AE"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AE" sz="2000" spc="-1" strike="noStrike">
                <a:solidFill>
                  <a:srgbClr val="000000"/>
                </a:solidFill>
                <a:latin typeface="Arial"/>
              </a:rPr>
              <a:t>Sixth Outline Level</a:t>
            </a:r>
            <a:endParaRPr b="0" lang="en-AE"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AE" sz="2000" spc="-1" strike="noStrike">
                <a:solidFill>
                  <a:srgbClr val="000000"/>
                </a:solidFill>
                <a:latin typeface="Arial"/>
              </a:rPr>
              <a:t>Seventh Outline Level</a:t>
            </a:r>
            <a:endParaRPr b="0" lang="en-AE"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8"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9" name="PlaceHolder 1"/>
          <p:cNvSpPr>
            <a:spLocks noGrp="1"/>
          </p:cNvSpPr>
          <p:nvPr>
            <p:ph type="ftr" idx="4"/>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10" name="PlaceHolder 2"/>
          <p:cNvSpPr>
            <a:spLocks noGrp="1"/>
          </p:cNvSpPr>
          <p:nvPr>
            <p:ph type="sldNum" idx="5"/>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66DDE60A-0748-4C2E-BBDA-AECAC8B5155E}"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11" name="PlaceHolder 3"/>
          <p:cNvSpPr>
            <a:spLocks noGrp="1"/>
          </p:cNvSpPr>
          <p:nvPr>
            <p:ph type="dt" idx="6"/>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2"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useBgFill="1">
        <p:nvSpPr>
          <p:cNvPr id="13" name="Rectangle 9"/>
          <p:cNvSpPr/>
          <p:nvPr/>
        </p:nvSpPr>
        <p:spPr>
          <a:xfrm>
            <a:off x="0" y="0"/>
            <a:ext cx="12191400" cy="6857280"/>
          </a:xfrm>
          <a:prstGeom prst="rect">
            <a:avLst/>
          </a:prstGeom>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Grandview Display"/>
            </a:endParaRPr>
          </a:p>
        </p:txBody>
      </p:sp>
      <p:cxnSp>
        <p:nvCxnSpPr>
          <p:cNvPr id="14" name="Straight Connector 6">
            <a:extLst>
              <a:ext uri="{C183D7F6-B498-43B3-948B-1728B52AA6E4}">
                <adec:decorative xmlns:adec="http://schemas.microsoft.com/office/drawing/2017/decorative" val="1"/>
              </a:ext>
            </a:extLst>
          </p:cNvPr>
          <p:cNvCxnSpPr/>
          <p:nvPr/>
        </p:nvCxnSpPr>
        <p:spPr>
          <a:xfrm>
            <a:off x="11361240" y="702720"/>
            <a:ext cx="720" cy="979560"/>
          </a:xfrm>
          <a:prstGeom prst="straightConnector1">
            <a:avLst/>
          </a:prstGeom>
          <a:ln w="76200">
            <a:solidFill>
              <a:srgbClr val="1973eb"/>
            </a:solidFill>
            <a:round/>
          </a:ln>
        </p:spPr>
      </p:cxnSp>
      <p:sp>
        <p:nvSpPr>
          <p:cNvPr id="15" name="PlaceHolder 1"/>
          <p:cNvSpPr>
            <a:spLocks noGrp="1"/>
          </p:cNvSpPr>
          <p:nvPr>
            <p:ph type="ftr" idx="7"/>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16" name="PlaceHolder 2"/>
          <p:cNvSpPr>
            <a:spLocks noGrp="1"/>
          </p:cNvSpPr>
          <p:nvPr>
            <p:ph type="sldNum" idx="8"/>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15AE60CD-2027-44ED-A609-15E4605198D9}"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17" name="PlaceHolder 3"/>
          <p:cNvSpPr>
            <a:spLocks noGrp="1"/>
          </p:cNvSpPr>
          <p:nvPr>
            <p:ph type="dt" idx="9"/>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8"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19"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buNone/>
            </a:pPr>
            <a:r>
              <a:rPr b="0" lang="en-AE" sz="1800" spc="-1" strike="noStrike">
                <a:solidFill>
                  <a:srgbClr val="000000"/>
                </a:solidFill>
                <a:latin typeface="Arial"/>
              </a:rPr>
              <a:t>Click to edit the title text format</a:t>
            </a:r>
            <a:endParaRPr b="0" lang="en-AE" sz="1800" spc="-1" strike="noStrike">
              <a:solidFill>
                <a:srgbClr val="000000"/>
              </a:solidFill>
              <a:latin typeface="Arial"/>
            </a:endParaRPr>
          </a:p>
        </p:txBody>
      </p:sp>
      <p:sp>
        <p:nvSpPr>
          <p:cNvPr id="20" name="PlaceHolder 2"/>
          <p:cNvSpPr>
            <a:spLocks noGrp="1"/>
          </p:cNvSpPr>
          <p:nvPr>
            <p:ph type="body"/>
          </p:nvPr>
        </p:nvSpPr>
        <p:spPr>
          <a:xfrm>
            <a:off x="640080" y="2633400"/>
            <a:ext cx="10890360" cy="3565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E" sz="1800" spc="-1" strike="noStrike">
                <a:solidFill>
                  <a:srgbClr val="000000"/>
                </a:solidFill>
                <a:latin typeface="Arial"/>
              </a:rPr>
              <a:t>Click to edit the outline text format</a:t>
            </a:r>
            <a:endParaRPr b="0" lang="en-A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AE" sz="1800" spc="-1" strike="noStrike">
                <a:solidFill>
                  <a:srgbClr val="000000"/>
                </a:solidFill>
                <a:latin typeface="Arial"/>
              </a:rPr>
              <a:t>Second Outline Level</a:t>
            </a:r>
            <a:endParaRPr b="0" lang="en-A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AE" sz="1800" spc="-1" strike="noStrike">
                <a:solidFill>
                  <a:srgbClr val="000000"/>
                </a:solidFill>
                <a:latin typeface="Arial"/>
              </a:rPr>
              <a:t>Third Outline Level</a:t>
            </a:r>
            <a:endParaRPr b="0" lang="en-A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AE" sz="1800" spc="-1" strike="noStrike">
                <a:solidFill>
                  <a:srgbClr val="000000"/>
                </a:solidFill>
                <a:latin typeface="Arial"/>
              </a:rPr>
              <a:t>Fourth Outline Level</a:t>
            </a:r>
            <a:endParaRPr b="0" lang="en-A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AE" sz="1800" spc="-1" strike="noStrike">
                <a:solidFill>
                  <a:srgbClr val="000000"/>
                </a:solidFill>
                <a:latin typeface="Arial"/>
              </a:rPr>
              <a:t>Fifth Outline Level</a:t>
            </a:r>
            <a:endParaRPr b="0" lang="en-A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AE" sz="1800" spc="-1" strike="noStrike">
                <a:solidFill>
                  <a:srgbClr val="000000"/>
                </a:solidFill>
                <a:latin typeface="Arial"/>
              </a:rPr>
              <a:t>Sixth Outline Level</a:t>
            </a:r>
            <a:endParaRPr b="0" lang="en-A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AE" sz="1800" spc="-1" strike="noStrike">
                <a:solidFill>
                  <a:srgbClr val="000000"/>
                </a:solidFill>
                <a:latin typeface="Arial"/>
              </a:rPr>
              <a:t>Seventh Outline Level</a:t>
            </a:r>
            <a:endParaRPr b="0" lang="en-AE" sz="1800" spc="-1" strike="noStrike">
              <a:solidFill>
                <a:srgbClr val="000000"/>
              </a:solidFill>
              <a:latin typeface="Arial"/>
            </a:endParaRPr>
          </a:p>
        </p:txBody>
      </p:sp>
      <p:sp>
        <p:nvSpPr>
          <p:cNvPr id="21" name="PlaceHolder 3"/>
          <p:cNvSpPr>
            <a:spLocks noGrp="1"/>
          </p:cNvSpPr>
          <p:nvPr>
            <p:ph type="ftr" idx="10"/>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22" name="PlaceHolder 4"/>
          <p:cNvSpPr>
            <a:spLocks noGrp="1"/>
          </p:cNvSpPr>
          <p:nvPr>
            <p:ph type="sldNum" idx="11"/>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F97CF152-2210-46AD-98C1-BEA6438A5C55}"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23" name="PlaceHolder 5"/>
          <p:cNvSpPr>
            <a:spLocks noGrp="1"/>
          </p:cNvSpPr>
          <p:nvPr>
            <p:ph type="dt" idx="12"/>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26"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useBgFill="1">
        <p:nvSpPr>
          <p:cNvPr id="27" name="Rectangle 7"/>
          <p:cNvSpPr/>
          <p:nvPr/>
        </p:nvSpPr>
        <p:spPr>
          <a:xfrm>
            <a:off x="0" y="0"/>
            <a:ext cx="12191400" cy="6857280"/>
          </a:xfrm>
          <a:prstGeom prst="rect">
            <a:avLst/>
          </a:prstGeom>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Grandview Display"/>
            </a:endParaRPr>
          </a:p>
        </p:txBody>
      </p:sp>
      <p:cxnSp>
        <p:nvCxnSpPr>
          <p:cNvPr id="28" name="Straight Connector 6">
            <a:extLst>
              <a:ext uri="{C183D7F6-B498-43B3-948B-1728B52AA6E4}">
                <adec:decorative xmlns:adec="http://schemas.microsoft.com/office/drawing/2017/decorative" val="1"/>
              </a:ext>
            </a:extLst>
          </p:cNvPr>
          <p:cNvCxnSpPr/>
          <p:nvPr/>
        </p:nvCxnSpPr>
        <p:spPr>
          <a:xfrm>
            <a:off x="716040" y="4714920"/>
            <a:ext cx="979560" cy="720"/>
          </a:xfrm>
          <a:prstGeom prst="straightConnector1">
            <a:avLst/>
          </a:prstGeom>
          <a:ln w="76200">
            <a:solidFill>
              <a:srgbClr val="1973eb"/>
            </a:solidFill>
            <a:round/>
          </a:ln>
        </p:spPr>
      </p:cxnSp>
      <p:sp>
        <p:nvSpPr>
          <p:cNvPr id="29" name="PlaceHolder 1"/>
          <p:cNvSpPr>
            <a:spLocks noGrp="1"/>
          </p:cNvSpPr>
          <p:nvPr>
            <p:ph type="ftr" idx="13"/>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30" name="PlaceHolder 2"/>
          <p:cNvSpPr>
            <a:spLocks noGrp="1"/>
          </p:cNvSpPr>
          <p:nvPr>
            <p:ph type="sldNum" idx="14"/>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6E0FA694-844D-4BD3-9F96-DBC2E1FDF324}"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31" name="PlaceHolder 3"/>
          <p:cNvSpPr>
            <a:spLocks noGrp="1"/>
          </p:cNvSpPr>
          <p:nvPr>
            <p:ph type="dt" idx="15"/>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32"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33"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buNone/>
            </a:pPr>
            <a:r>
              <a:rPr b="0" lang="en-AE" sz="1800" spc="-1" strike="noStrike">
                <a:solidFill>
                  <a:srgbClr val="000000"/>
                </a:solidFill>
                <a:latin typeface="Arial"/>
              </a:rPr>
              <a:t>Click to edit the title text format</a:t>
            </a:r>
            <a:endParaRPr b="0" lang="en-AE" sz="1800" spc="-1" strike="noStrike">
              <a:solidFill>
                <a:srgbClr val="000000"/>
              </a:solidFill>
              <a:latin typeface="Arial"/>
            </a:endParaRPr>
          </a:p>
        </p:txBody>
      </p:sp>
      <p:sp>
        <p:nvSpPr>
          <p:cNvPr id="34" name="PlaceHolder 2"/>
          <p:cNvSpPr>
            <a:spLocks noGrp="1"/>
          </p:cNvSpPr>
          <p:nvPr>
            <p:ph type="body"/>
          </p:nvPr>
        </p:nvSpPr>
        <p:spPr>
          <a:xfrm>
            <a:off x="640080" y="2633400"/>
            <a:ext cx="5313960" cy="3565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E" sz="1800" spc="-1" strike="noStrike">
                <a:solidFill>
                  <a:srgbClr val="000000"/>
                </a:solidFill>
                <a:latin typeface="Arial"/>
              </a:rPr>
              <a:t>Click to edit the outline text format</a:t>
            </a:r>
            <a:endParaRPr b="0" lang="en-A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AE" sz="1800" spc="-1" strike="noStrike">
                <a:solidFill>
                  <a:srgbClr val="000000"/>
                </a:solidFill>
                <a:latin typeface="Arial"/>
              </a:rPr>
              <a:t>Second Outline Level</a:t>
            </a:r>
            <a:endParaRPr b="0" lang="en-A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AE" sz="1800" spc="-1" strike="noStrike">
                <a:solidFill>
                  <a:srgbClr val="000000"/>
                </a:solidFill>
                <a:latin typeface="Arial"/>
              </a:rPr>
              <a:t>Third Outline Level</a:t>
            </a:r>
            <a:endParaRPr b="0" lang="en-A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AE" sz="1800" spc="-1" strike="noStrike">
                <a:solidFill>
                  <a:srgbClr val="000000"/>
                </a:solidFill>
                <a:latin typeface="Arial"/>
              </a:rPr>
              <a:t>Fourth Outline Level</a:t>
            </a:r>
            <a:endParaRPr b="0" lang="en-A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AE" sz="1800" spc="-1" strike="noStrike">
                <a:solidFill>
                  <a:srgbClr val="000000"/>
                </a:solidFill>
                <a:latin typeface="Arial"/>
              </a:rPr>
              <a:t>Fifth Outline Level</a:t>
            </a:r>
            <a:endParaRPr b="0" lang="en-A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AE" sz="1800" spc="-1" strike="noStrike">
                <a:solidFill>
                  <a:srgbClr val="000000"/>
                </a:solidFill>
                <a:latin typeface="Arial"/>
              </a:rPr>
              <a:t>Sixth Outline Level</a:t>
            </a:r>
            <a:endParaRPr b="0" lang="en-A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AE" sz="1800" spc="-1" strike="noStrike">
                <a:solidFill>
                  <a:srgbClr val="000000"/>
                </a:solidFill>
                <a:latin typeface="Arial"/>
              </a:rPr>
              <a:t>Seventh Outline Level</a:t>
            </a:r>
            <a:endParaRPr b="0" lang="en-AE" sz="1800" spc="-1" strike="noStrike">
              <a:solidFill>
                <a:srgbClr val="000000"/>
              </a:solidFill>
              <a:latin typeface="Arial"/>
            </a:endParaRPr>
          </a:p>
        </p:txBody>
      </p:sp>
      <p:sp>
        <p:nvSpPr>
          <p:cNvPr id="35" name="PlaceHolder 3"/>
          <p:cNvSpPr>
            <a:spLocks noGrp="1"/>
          </p:cNvSpPr>
          <p:nvPr>
            <p:ph type="body"/>
          </p:nvPr>
        </p:nvSpPr>
        <p:spPr>
          <a:xfrm>
            <a:off x="6220440" y="2633400"/>
            <a:ext cx="5313960" cy="3565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E" sz="1800" spc="-1" strike="noStrike">
                <a:solidFill>
                  <a:srgbClr val="000000"/>
                </a:solidFill>
                <a:latin typeface="Arial"/>
              </a:rPr>
              <a:t>Click to edit the outline text format</a:t>
            </a:r>
            <a:endParaRPr b="0" lang="en-A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AE" sz="1800" spc="-1" strike="noStrike">
                <a:solidFill>
                  <a:srgbClr val="000000"/>
                </a:solidFill>
                <a:latin typeface="Arial"/>
              </a:rPr>
              <a:t>Second Outline Level</a:t>
            </a:r>
            <a:endParaRPr b="0" lang="en-A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AE" sz="1800" spc="-1" strike="noStrike">
                <a:solidFill>
                  <a:srgbClr val="000000"/>
                </a:solidFill>
                <a:latin typeface="Arial"/>
              </a:rPr>
              <a:t>Third Outline Level</a:t>
            </a:r>
            <a:endParaRPr b="0" lang="en-A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AE" sz="1800" spc="-1" strike="noStrike">
                <a:solidFill>
                  <a:srgbClr val="000000"/>
                </a:solidFill>
                <a:latin typeface="Arial"/>
              </a:rPr>
              <a:t>Fourth Outline Level</a:t>
            </a:r>
            <a:endParaRPr b="0" lang="en-A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AE" sz="1800" spc="-1" strike="noStrike">
                <a:solidFill>
                  <a:srgbClr val="000000"/>
                </a:solidFill>
                <a:latin typeface="Arial"/>
              </a:rPr>
              <a:t>Fifth Outline Level</a:t>
            </a:r>
            <a:endParaRPr b="0" lang="en-A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AE" sz="1800" spc="-1" strike="noStrike">
                <a:solidFill>
                  <a:srgbClr val="000000"/>
                </a:solidFill>
                <a:latin typeface="Arial"/>
              </a:rPr>
              <a:t>Sixth Outline Level</a:t>
            </a:r>
            <a:endParaRPr b="0" lang="en-A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AE" sz="1800" spc="-1" strike="noStrike">
                <a:solidFill>
                  <a:srgbClr val="000000"/>
                </a:solidFill>
                <a:latin typeface="Arial"/>
              </a:rPr>
              <a:t>Seventh Outline Level</a:t>
            </a:r>
            <a:endParaRPr b="0" lang="en-AE" sz="1800" spc="-1" strike="noStrike">
              <a:solidFill>
                <a:srgbClr val="000000"/>
              </a:solidFill>
              <a:latin typeface="Arial"/>
            </a:endParaRPr>
          </a:p>
        </p:txBody>
      </p:sp>
      <p:sp>
        <p:nvSpPr>
          <p:cNvPr id="36" name="PlaceHolder 4"/>
          <p:cNvSpPr>
            <a:spLocks noGrp="1"/>
          </p:cNvSpPr>
          <p:nvPr>
            <p:ph type="ftr" idx="16"/>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37" name="PlaceHolder 5"/>
          <p:cNvSpPr>
            <a:spLocks noGrp="1"/>
          </p:cNvSpPr>
          <p:nvPr>
            <p:ph type="sldNum" idx="17"/>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229C13F6-65F8-460D-9CF5-596D9F033314}"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38" name="PlaceHolder 6"/>
          <p:cNvSpPr>
            <a:spLocks noGrp="1"/>
          </p:cNvSpPr>
          <p:nvPr>
            <p:ph type="dt" idx="18"/>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42"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43" name="PlaceHolder 1"/>
          <p:cNvSpPr>
            <a:spLocks noGrp="1"/>
          </p:cNvSpPr>
          <p:nvPr>
            <p:ph type="ftr" idx="19"/>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44" name="PlaceHolder 2"/>
          <p:cNvSpPr>
            <a:spLocks noGrp="1"/>
          </p:cNvSpPr>
          <p:nvPr>
            <p:ph type="sldNum" idx="20"/>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5B89F2F2-69EC-411C-9613-F8839B963AD3}"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45" name="PlaceHolder 3"/>
          <p:cNvSpPr>
            <a:spLocks noGrp="1"/>
          </p:cNvSpPr>
          <p:nvPr>
            <p:ph type="dt" idx="21"/>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46"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47" name="PlaceHolder 1"/>
          <p:cNvSpPr>
            <a:spLocks noGrp="1"/>
          </p:cNvSpPr>
          <p:nvPr>
            <p:ph type="title"/>
          </p:nvPr>
        </p:nvSpPr>
        <p:spPr>
          <a:xfrm>
            <a:off x="640080" y="1371600"/>
            <a:ext cx="10890360" cy="1096560"/>
          </a:xfrm>
          <a:prstGeom prst="rect">
            <a:avLst/>
          </a:prstGeom>
          <a:noFill/>
          <a:ln w="0">
            <a:noFill/>
          </a:ln>
        </p:spPr>
        <p:txBody>
          <a:bodyPr lIns="0" rIns="0" tIns="0" bIns="0" anchor="ctr">
            <a:noAutofit/>
          </a:bodyPr>
          <a:p>
            <a:pPr indent="0">
              <a:buNone/>
            </a:pPr>
            <a:r>
              <a:rPr b="0" lang="en-AE" sz="1800" spc="-1" strike="noStrike">
                <a:solidFill>
                  <a:srgbClr val="000000"/>
                </a:solidFill>
                <a:latin typeface="Arial"/>
              </a:rPr>
              <a:t>Click to edit the title text format</a:t>
            </a:r>
            <a:endParaRPr b="0" lang="en-AE" sz="1800" spc="-1" strike="noStrike">
              <a:solidFill>
                <a:srgbClr val="000000"/>
              </a:solidFill>
              <a:latin typeface="Arial"/>
            </a:endParaRPr>
          </a:p>
        </p:txBody>
      </p:sp>
      <p:sp>
        <p:nvSpPr>
          <p:cNvPr id="48" name="PlaceHolder 2"/>
          <p:cNvSpPr>
            <a:spLocks noGrp="1"/>
          </p:cNvSpPr>
          <p:nvPr>
            <p:ph type="ftr" idx="22"/>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49" name="PlaceHolder 3"/>
          <p:cNvSpPr>
            <a:spLocks noGrp="1"/>
          </p:cNvSpPr>
          <p:nvPr>
            <p:ph type="sldNum" idx="23"/>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3934EDB9-4EC5-4B8F-B58D-8ACF13875924}"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50" name="PlaceHolder 4"/>
          <p:cNvSpPr>
            <a:spLocks noGrp="1"/>
          </p:cNvSpPr>
          <p:nvPr>
            <p:ph type="dt" idx="24"/>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52"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useBgFill="1">
        <p:nvSpPr>
          <p:cNvPr id="53" name="Rectangle 4"/>
          <p:cNvSpPr/>
          <p:nvPr/>
        </p:nvSpPr>
        <p:spPr>
          <a:xfrm>
            <a:off x="0" y="0"/>
            <a:ext cx="12191400" cy="6857280"/>
          </a:xfrm>
          <a:prstGeom prst="rect">
            <a:avLst/>
          </a:prstGeom>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Grandview Display"/>
            </a:endParaRPr>
          </a:p>
        </p:txBody>
      </p:sp>
      <p:sp>
        <p:nvSpPr>
          <p:cNvPr id="54" name="PlaceHolder 1"/>
          <p:cNvSpPr>
            <a:spLocks noGrp="1"/>
          </p:cNvSpPr>
          <p:nvPr>
            <p:ph type="ftr" idx="25"/>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55" name="PlaceHolder 2"/>
          <p:cNvSpPr>
            <a:spLocks noGrp="1"/>
          </p:cNvSpPr>
          <p:nvPr>
            <p:ph type="sldNum" idx="26"/>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EABA353A-5573-4A2A-BB01-B77D06EB179A}"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56" name="PlaceHolder 3"/>
          <p:cNvSpPr>
            <a:spLocks noGrp="1"/>
          </p:cNvSpPr>
          <p:nvPr>
            <p:ph type="dt" idx="27"/>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57"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58" name="PlaceHolder 1"/>
          <p:cNvSpPr>
            <a:spLocks noGrp="1"/>
          </p:cNvSpPr>
          <p:nvPr>
            <p:ph type="ftr" idx="28"/>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59" name="PlaceHolder 2"/>
          <p:cNvSpPr>
            <a:spLocks noGrp="1"/>
          </p:cNvSpPr>
          <p:nvPr>
            <p:ph type="sldNum" idx="29"/>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3A55B58C-5D48-4694-9BF1-CFF8A6FACA74}"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60" name="PlaceHolder 3"/>
          <p:cNvSpPr>
            <a:spLocks noGrp="1"/>
          </p:cNvSpPr>
          <p:nvPr>
            <p:ph type="dt" idx="30"/>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61" name="Straight Connector 8">
            <a:extLst>
              <a:ext uri="{C183D7F6-B498-43B3-948B-1728B52AA6E4}">
                <adec:decorative xmlns:adec="http://schemas.microsoft.com/office/drawing/2017/decorative" val="1"/>
              </a:ext>
            </a:extLst>
          </p:cNvPr>
          <p:cNvCxnSpPr/>
          <p:nvPr/>
        </p:nvCxnSpPr>
        <p:spPr>
          <a:xfrm>
            <a:off x="713160" y="1030680"/>
            <a:ext cx="979560" cy="720"/>
          </a:xfrm>
          <a:prstGeom prst="straightConnector1">
            <a:avLst/>
          </a:prstGeom>
          <a:ln w="76200">
            <a:solidFill>
              <a:srgbClr val="1973eb"/>
            </a:solidFill>
            <a:round/>
          </a:ln>
        </p:spPr>
      </p:cxnSp>
      <p:sp>
        <p:nvSpPr>
          <p:cNvPr id="62" name="PlaceHolder 1"/>
          <p:cNvSpPr>
            <a:spLocks noGrp="1"/>
          </p:cNvSpPr>
          <p:nvPr>
            <p:ph type="ftr" idx="31"/>
          </p:nvPr>
        </p:nvSpPr>
        <p:spPr>
          <a:xfrm>
            <a:off x="6767640" y="6356520"/>
            <a:ext cx="40395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AE" sz="1400" spc="-1" strike="noStrike">
                <a:solidFill>
                  <a:srgbClr val="000000"/>
                </a:solidFill>
                <a:latin typeface="Times New Roman"/>
              </a:defRPr>
            </a:lvl1pPr>
          </a:lstStyle>
          <a:p>
            <a:pPr indent="0" algn="ctr">
              <a:lnSpc>
                <a:spcPct val="100000"/>
              </a:lnSpc>
              <a:buNone/>
              <a:tabLst>
                <a:tab algn="l" pos="0"/>
              </a:tabLst>
            </a:pPr>
            <a:r>
              <a:rPr b="0" lang="en-AE" sz="1400" spc="-1" strike="noStrike">
                <a:solidFill>
                  <a:srgbClr val="000000"/>
                </a:solidFill>
                <a:latin typeface="Times New Roman"/>
              </a:rPr>
              <a:t>&lt;footer&gt;</a:t>
            </a:r>
            <a:endParaRPr b="0" lang="en-AE" sz="1400" spc="-1" strike="noStrike">
              <a:solidFill>
                <a:srgbClr val="000000"/>
              </a:solidFill>
              <a:latin typeface="Times New Roman"/>
            </a:endParaRPr>
          </a:p>
        </p:txBody>
      </p:sp>
      <p:sp>
        <p:nvSpPr>
          <p:cNvPr id="63" name="PlaceHolder 2"/>
          <p:cNvSpPr>
            <a:spLocks noGrp="1"/>
          </p:cNvSpPr>
          <p:nvPr>
            <p:ph type="sldNum" idx="32"/>
          </p:nvPr>
        </p:nvSpPr>
        <p:spPr>
          <a:xfrm>
            <a:off x="10807920" y="6356520"/>
            <a:ext cx="72216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900" spc="296" strike="noStrike" cap="all">
                <a:solidFill>
                  <a:schemeClr val="dk1"/>
                </a:solidFill>
                <a:latin typeface="Grandview Display"/>
              </a:defRPr>
            </a:lvl1pPr>
          </a:lstStyle>
          <a:p>
            <a:pPr indent="0" algn="r" defTabSz="914400">
              <a:lnSpc>
                <a:spcPct val="100000"/>
              </a:lnSpc>
              <a:buNone/>
              <a:tabLst>
                <a:tab algn="l" pos="0"/>
              </a:tabLst>
            </a:pPr>
            <a:fld id="{C935C132-4F30-4183-8AFB-68DAB4FE7254}" type="slidenum">
              <a:rPr b="1" lang="en-US" sz="900" spc="296" strike="noStrike" cap="all">
                <a:solidFill>
                  <a:schemeClr val="dk1"/>
                </a:solidFill>
                <a:latin typeface="Grandview Display"/>
              </a:rPr>
              <a:t>&lt;number&gt;</a:t>
            </a:fld>
            <a:endParaRPr b="0" lang="en-AE" sz="900" spc="-1" strike="noStrike">
              <a:solidFill>
                <a:srgbClr val="000000"/>
              </a:solidFill>
              <a:latin typeface="Times New Roman"/>
            </a:endParaRPr>
          </a:p>
        </p:txBody>
      </p:sp>
      <p:sp>
        <p:nvSpPr>
          <p:cNvPr id="64" name="PlaceHolder 3"/>
          <p:cNvSpPr>
            <a:spLocks noGrp="1"/>
          </p:cNvSpPr>
          <p:nvPr>
            <p:ph type="dt" idx="33"/>
          </p:nvPr>
        </p:nvSpPr>
        <p:spPr>
          <a:xfrm>
            <a:off x="640080" y="6356520"/>
            <a:ext cx="2742480" cy="364320"/>
          </a:xfrm>
          <a:prstGeom prst="rect">
            <a:avLst/>
          </a:prstGeom>
          <a:noFill/>
          <a:ln w="0">
            <a:noFill/>
          </a:ln>
        </p:spPr>
        <p:txBody>
          <a:bodyPr lIns="91440" rIns="91440" tIns="45720" bIns="45720" anchor="ctr">
            <a:noAutofit/>
          </a:bodyPr>
          <a:lstStyle>
            <a:lvl1pPr indent="0">
              <a:buNone/>
              <a:defRPr b="0" lang="en-AE" sz="1400" spc="-1" strike="noStrike">
                <a:solidFill>
                  <a:srgbClr val="000000"/>
                </a:solidFill>
                <a:latin typeface="Times New Roman"/>
              </a:defRPr>
            </a:lvl1pPr>
          </a:lstStyle>
          <a:p>
            <a:pPr indent="0">
              <a:buNone/>
            </a:pPr>
            <a:r>
              <a:rPr b="0" lang="en-AE" sz="1400" spc="-1" strike="noStrike">
                <a:solidFill>
                  <a:srgbClr val="000000"/>
                </a:solidFill>
                <a:latin typeface="Times New Roman"/>
              </a:rPr>
              <a:t>&lt;date/time&gt;</a:t>
            </a:r>
            <a:endParaRPr b="0" lang="en-A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useBgFill="1">
        <p:nvSpPr>
          <p:cNvPr id="65" name="Rectangle 8">
            <a:extLst>
              <a:ext uri="{C183D7F6-B498-43B3-948B-1728B52AA6E4}">
                <adec:decorative xmlns:adec="http://schemas.microsoft.com/office/drawing/2017/decorative" val="1"/>
              </a:ext>
            </a:extLst>
          </p:cNvPr>
          <p:cNvSpPr/>
          <p:nvPr/>
        </p:nvSpPr>
        <p:spPr>
          <a:xfrm>
            <a:off x="0" y="0"/>
            <a:ext cx="1219140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tabLst>
                <a:tab algn="l" pos="0"/>
              </a:tabLst>
            </a:pPr>
            <a:endParaRPr b="0" lang="en-US" sz="1800" spc="-1" strike="noStrike">
              <a:solidFill>
                <a:srgbClr val="ffffff"/>
              </a:solidFill>
              <a:latin typeface="Grandview Display"/>
            </a:endParaRPr>
          </a:p>
        </p:txBody>
      </p:sp>
      <p:pic>
        <p:nvPicPr>
          <p:cNvPr id="66" name="Picture 3" descr=""/>
          <p:cNvPicPr/>
          <p:nvPr/>
        </p:nvPicPr>
        <p:blipFill>
          <a:blip r:embed="rId1"/>
          <a:srcRect l="0" t="25000" r="0" b="0"/>
          <a:stretch/>
        </p:blipFill>
        <p:spPr>
          <a:xfrm>
            <a:off x="12600" y="0"/>
            <a:ext cx="12191400" cy="6857280"/>
          </a:xfrm>
          <a:prstGeom prst="rect">
            <a:avLst/>
          </a:prstGeom>
          <a:ln w="0">
            <a:noFill/>
          </a:ln>
        </p:spPr>
      </p:pic>
      <p:sp>
        <p:nvSpPr>
          <p:cNvPr id="67" name="Rectangle 15">
            <a:extLst>
              <a:ext uri="{C183D7F6-B498-43B3-948B-1728B52AA6E4}">
                <adec:decorative xmlns:adec="http://schemas.microsoft.com/office/drawing/2017/decorative" val="1"/>
              </a:ext>
            </a:extLst>
          </p:cNvPr>
          <p:cNvSpPr/>
          <p:nvPr/>
        </p:nvSpPr>
        <p:spPr>
          <a:xfrm rot="5400000">
            <a:off x="-172440" y="172440"/>
            <a:ext cx="6857280" cy="6510960"/>
          </a:xfrm>
          <a:prstGeom prst="rect">
            <a:avLst/>
          </a:prstGeom>
          <a:gradFill rotWithShape="0">
            <a:gsLst>
              <a:gs pos="0">
                <a:srgbClr val="000000">
                  <a:alpha val="0"/>
                </a:srgbClr>
              </a:gs>
              <a:gs pos="26000">
                <a:srgbClr val="000000">
                  <a:alpha val="17000"/>
                </a:srgbClr>
              </a:gs>
              <a:gs pos="46000">
                <a:srgbClr val="000000">
                  <a:alpha val="30000"/>
                </a:srgbClr>
              </a:gs>
              <a:gs pos="100000">
                <a:srgbClr val="000000">
                  <a:alpha val="45000"/>
                </a:srgbClr>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tabLst>
                <a:tab algn="l" pos="0"/>
              </a:tabLst>
            </a:pPr>
            <a:endParaRPr b="0" lang="en-US" sz="1800" spc="-1" strike="noStrike">
              <a:solidFill>
                <a:srgbClr val="ffffff"/>
              </a:solidFill>
              <a:latin typeface="Neue Haas Grotesk Text Pro"/>
            </a:endParaRPr>
          </a:p>
        </p:txBody>
      </p:sp>
      <p:sp>
        <p:nvSpPr>
          <p:cNvPr id="68" name="PlaceHolder 1"/>
          <p:cNvSpPr>
            <a:spLocks noGrp="1"/>
          </p:cNvSpPr>
          <p:nvPr>
            <p:ph type="title"/>
          </p:nvPr>
        </p:nvSpPr>
        <p:spPr>
          <a:xfrm>
            <a:off x="457200" y="702000"/>
            <a:ext cx="11301840" cy="363960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6000" spc="-1" strike="noStrike">
                <a:solidFill>
                  <a:schemeClr val="lt1"/>
                </a:solidFill>
                <a:latin typeface="Grandview Display"/>
              </a:rPr>
              <a:t>Project 2 – Automated Medical Appointment Booking Assistant</a:t>
            </a:r>
            <a:endParaRPr b="0" lang="en-AE" sz="6000" spc="-1" strike="noStrike">
              <a:solidFill>
                <a:srgbClr val="ffffff"/>
              </a:solidFill>
              <a:latin typeface="Arial"/>
            </a:endParaRPr>
          </a:p>
        </p:txBody>
      </p:sp>
      <p:sp>
        <p:nvSpPr>
          <p:cNvPr id="69" name="PlaceHolder 2"/>
          <p:cNvSpPr>
            <a:spLocks noGrp="1"/>
          </p:cNvSpPr>
          <p:nvPr>
            <p:ph type="subTitle"/>
          </p:nvPr>
        </p:nvSpPr>
        <p:spPr>
          <a:xfrm>
            <a:off x="540360" y="3891960"/>
            <a:ext cx="8971200" cy="1882080"/>
          </a:xfrm>
          <a:prstGeom prst="rect">
            <a:avLst/>
          </a:prstGeom>
          <a:noFill/>
          <a:ln w="0">
            <a:noFill/>
          </a:ln>
        </p:spPr>
        <p:txBody>
          <a:bodyPr lIns="91440" rIns="91440" tIns="45720" bIns="45720" anchor="t">
            <a:normAutofit fontScale="89999"/>
          </a:bodyPr>
          <a:p>
            <a:pPr indent="0" defTabSz="914400">
              <a:lnSpc>
                <a:spcPct val="130000"/>
              </a:lnSpc>
              <a:spcBef>
                <a:spcPts val="1001"/>
              </a:spcBef>
              <a:buNone/>
              <a:tabLst>
                <a:tab algn="l" pos="0"/>
              </a:tabLst>
            </a:pPr>
            <a:r>
              <a:rPr b="1" lang="en-US" sz="2000" spc="296" strike="noStrike" cap="all">
                <a:solidFill>
                  <a:srgbClr val="ffffff"/>
                </a:solidFill>
                <a:latin typeface="Grandview Display"/>
              </a:rPr>
              <a:t>20230003918 Hans Misquitta</a:t>
            </a:r>
            <a:endParaRPr b="0" lang="en-AE" sz="2000" spc="-1" strike="noStrike">
              <a:solidFill>
                <a:srgbClr val="ffffff"/>
              </a:solidFill>
              <a:latin typeface="Arial"/>
            </a:endParaRPr>
          </a:p>
          <a:p>
            <a:pPr indent="0" defTabSz="914400">
              <a:lnSpc>
                <a:spcPct val="130000"/>
              </a:lnSpc>
              <a:spcBef>
                <a:spcPts val="1001"/>
              </a:spcBef>
              <a:buNone/>
              <a:tabLst>
                <a:tab algn="l" pos="0"/>
              </a:tabLst>
            </a:pPr>
            <a:r>
              <a:rPr b="1" lang="en-US" sz="2000" spc="296" strike="noStrike" cap="all">
                <a:solidFill>
                  <a:srgbClr val="ffffff"/>
                </a:solidFill>
                <a:latin typeface="Grandview Display"/>
              </a:rPr>
              <a:t>20230003374 Badr arabi</a:t>
            </a:r>
            <a:endParaRPr b="0" lang="en-AE" sz="2000" spc="-1" strike="noStrike">
              <a:solidFill>
                <a:srgbClr val="ffffff"/>
              </a:solidFill>
              <a:latin typeface="Arial"/>
            </a:endParaRPr>
          </a:p>
          <a:p>
            <a:pPr indent="0" defTabSz="914400">
              <a:lnSpc>
                <a:spcPct val="130000"/>
              </a:lnSpc>
              <a:spcBef>
                <a:spcPts val="1001"/>
              </a:spcBef>
              <a:buNone/>
              <a:tabLst>
                <a:tab algn="l" pos="0"/>
              </a:tabLst>
            </a:pPr>
            <a:r>
              <a:rPr b="1" lang="en-AE" sz="2000" spc="296" strike="noStrike" cap="all">
                <a:solidFill>
                  <a:srgbClr val="ffffff"/>
                </a:solidFill>
                <a:latin typeface="Grandview Display"/>
              </a:rPr>
              <a:t>20220002085 </a:t>
            </a:r>
            <a:r>
              <a:rPr b="1" lang="en-US" sz="2000" spc="296" strike="noStrike" cap="all">
                <a:solidFill>
                  <a:srgbClr val="ffffff"/>
                </a:solidFill>
                <a:latin typeface="Grandview Display"/>
              </a:rPr>
              <a:t>H</a:t>
            </a:r>
            <a:r>
              <a:rPr b="1" lang="en-AE" sz="2000" spc="296" strike="noStrike" cap="all">
                <a:solidFill>
                  <a:srgbClr val="ffffff"/>
                </a:solidFill>
                <a:latin typeface="Grandview Display"/>
              </a:rPr>
              <a:t>assan mutajba</a:t>
            </a:r>
            <a:endParaRPr b="0" lang="en-AE" sz="2000" spc="-1" strike="noStrike">
              <a:solidFill>
                <a:srgbClr val="ffffff"/>
              </a:solidFill>
              <a:latin typeface="Arial"/>
            </a:endParaRPr>
          </a:p>
          <a:p>
            <a:pPr indent="0" defTabSz="914400">
              <a:lnSpc>
                <a:spcPct val="130000"/>
              </a:lnSpc>
              <a:spcBef>
                <a:spcPts val="1001"/>
              </a:spcBef>
              <a:buNone/>
              <a:tabLst>
                <a:tab algn="l" pos="0"/>
              </a:tabLst>
            </a:pPr>
            <a:r>
              <a:rPr b="1" lang="en-AE" sz="2000" spc="296" strike="noStrike" cap="all">
                <a:solidFill>
                  <a:srgbClr val="ffffff"/>
                </a:solidFill>
                <a:latin typeface="Grandview Display"/>
              </a:rPr>
              <a:t>20210001826 majed alzenati</a:t>
            </a:r>
            <a:endParaRPr b="0" lang="en-AE" sz="2000" spc="-1" strike="noStrike">
              <a:solidFill>
                <a:srgbClr val="ffffff"/>
              </a:solidFill>
              <a:latin typeface="Arial"/>
            </a:endParaRPr>
          </a:p>
        </p:txBody>
      </p:sp>
      <p:cxnSp>
        <p:nvCxnSpPr>
          <p:cNvPr id="70" name="Straight Connector 16">
            <a:extLst>
              <a:ext uri="{C183D7F6-B498-43B3-948B-1728B52AA6E4}">
                <adec:decorative xmlns:adec="http://schemas.microsoft.com/office/drawing/2017/decorative" val="1"/>
              </a:ext>
            </a:extLst>
          </p:cNvPr>
          <p:cNvCxnSpPr/>
          <p:nvPr/>
        </p:nvCxnSpPr>
        <p:spPr>
          <a:xfrm>
            <a:off x="540000" y="4861080"/>
            <a:ext cx="979560" cy="720"/>
          </a:xfrm>
          <a:prstGeom prst="straightConnector1">
            <a:avLst/>
          </a:prstGeom>
          <a:ln w="76200">
            <a:solidFill>
              <a:srgbClr val="1973eb"/>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23440" y="230040"/>
            <a:ext cx="10890360" cy="109656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4000" spc="-1" strike="noStrike">
                <a:solidFill>
                  <a:schemeClr val="dk1"/>
                </a:solidFill>
                <a:latin typeface="Grandview Display"/>
              </a:rPr>
              <a:t>Structure</a:t>
            </a:r>
            <a:endParaRPr b="0" lang="en-AE" sz="4000" spc="-1" strike="noStrike">
              <a:solidFill>
                <a:srgbClr val="000000"/>
              </a:solidFill>
              <a:latin typeface="Arial"/>
            </a:endParaRPr>
          </a:p>
        </p:txBody>
      </p:sp>
      <p:sp>
        <p:nvSpPr>
          <p:cNvPr id="72" name="PlaceHolder 2"/>
          <p:cNvSpPr>
            <a:spLocks noGrp="1"/>
          </p:cNvSpPr>
          <p:nvPr>
            <p:ph/>
          </p:nvPr>
        </p:nvSpPr>
        <p:spPr>
          <a:xfrm>
            <a:off x="603360" y="1449000"/>
            <a:ext cx="10890360" cy="3565440"/>
          </a:xfrm>
          <a:prstGeom prst="rect">
            <a:avLst/>
          </a:prstGeom>
          <a:noFill/>
          <a:ln w="0">
            <a:noFill/>
          </a:ln>
        </p:spPr>
        <p:txBody>
          <a:bodyPr lIns="91440" rIns="91440" tIns="45720" bIns="45720" anchor="t">
            <a:normAutofit/>
          </a:bodyPr>
          <a:p>
            <a:pPr marL="228600" indent="-228600" defTabSz="914400">
              <a:lnSpc>
                <a:spcPct val="120000"/>
              </a:lnSpc>
              <a:spcBef>
                <a:spcPts val="1001"/>
              </a:spcBef>
              <a:buClr>
                <a:srgbClr val="000000"/>
              </a:buClr>
              <a:buSzPct val="87000"/>
              <a:buFont typeface="Arial"/>
              <a:buChar char="•"/>
            </a:pPr>
            <a:r>
              <a:rPr b="0" lang="en-US" sz="3200" spc="-1" strike="noStrike">
                <a:solidFill>
                  <a:schemeClr val="dk1"/>
                </a:solidFill>
                <a:latin typeface="Grandview Display"/>
              </a:rPr>
              <a:t>Problem</a:t>
            </a:r>
            <a:endParaRPr b="0" lang="en-AE" sz="3200" spc="-1" strike="noStrike">
              <a:solidFill>
                <a:srgbClr val="000000"/>
              </a:solidFill>
              <a:latin typeface="Arial"/>
            </a:endParaRPr>
          </a:p>
          <a:p>
            <a:pPr marL="228600" indent="-228600" defTabSz="914400">
              <a:lnSpc>
                <a:spcPct val="120000"/>
              </a:lnSpc>
              <a:spcBef>
                <a:spcPts val="1001"/>
              </a:spcBef>
              <a:buClr>
                <a:srgbClr val="000000"/>
              </a:buClr>
              <a:buSzPct val="87000"/>
              <a:buFont typeface="Arial"/>
              <a:buChar char="•"/>
            </a:pPr>
            <a:r>
              <a:rPr b="0" lang="en-US" sz="3200" spc="-1" strike="noStrike">
                <a:solidFill>
                  <a:schemeClr val="dk1"/>
                </a:solidFill>
                <a:latin typeface="Grandview Display"/>
              </a:rPr>
              <a:t>Solution</a:t>
            </a:r>
            <a:endParaRPr b="0" lang="en-AE" sz="3200" spc="-1" strike="noStrike">
              <a:solidFill>
                <a:srgbClr val="000000"/>
              </a:solidFill>
              <a:latin typeface="Arial"/>
            </a:endParaRPr>
          </a:p>
          <a:p>
            <a:pPr marL="228600" indent="-228600" defTabSz="914400">
              <a:lnSpc>
                <a:spcPct val="120000"/>
              </a:lnSpc>
              <a:spcBef>
                <a:spcPts val="1001"/>
              </a:spcBef>
              <a:buClr>
                <a:srgbClr val="000000"/>
              </a:buClr>
              <a:buSzPct val="87000"/>
              <a:buFont typeface="Arial"/>
              <a:buChar char="•"/>
            </a:pPr>
            <a:r>
              <a:rPr b="0" lang="en-US" sz="3200" spc="-1" strike="noStrike">
                <a:solidFill>
                  <a:schemeClr val="dk1"/>
                </a:solidFill>
                <a:latin typeface="Grandview Display"/>
              </a:rPr>
              <a:t>Paradigms</a:t>
            </a:r>
            <a:endParaRPr b="0" lang="en-AE" sz="3200" spc="-1" strike="noStrike">
              <a:solidFill>
                <a:srgbClr val="000000"/>
              </a:solidFill>
              <a:latin typeface="Arial"/>
            </a:endParaRPr>
          </a:p>
          <a:p>
            <a:pPr marL="228600" indent="-228600" defTabSz="914400">
              <a:lnSpc>
                <a:spcPct val="120000"/>
              </a:lnSpc>
              <a:spcBef>
                <a:spcPts val="1001"/>
              </a:spcBef>
              <a:buClr>
                <a:srgbClr val="000000"/>
              </a:buClr>
              <a:buSzPct val="87000"/>
              <a:buFont typeface="Arial"/>
              <a:buChar char="•"/>
            </a:pPr>
            <a:r>
              <a:rPr b="0" lang="en-US" sz="3200" spc="-1" strike="noStrike">
                <a:solidFill>
                  <a:schemeClr val="dk1"/>
                </a:solidFill>
                <a:latin typeface="Grandview Display"/>
              </a:rPr>
              <a:t>Implementation</a:t>
            </a:r>
            <a:endParaRPr b="0" lang="en-AE" sz="3200" spc="-1" strike="noStrike">
              <a:solidFill>
                <a:srgbClr val="000000"/>
              </a:solidFill>
              <a:latin typeface="Arial"/>
            </a:endParaRPr>
          </a:p>
          <a:p>
            <a:pPr marL="228600" indent="-228600" defTabSz="914400">
              <a:lnSpc>
                <a:spcPct val="120000"/>
              </a:lnSpc>
              <a:spcBef>
                <a:spcPts val="1001"/>
              </a:spcBef>
              <a:buClr>
                <a:srgbClr val="000000"/>
              </a:buClr>
              <a:buSzPct val="87000"/>
              <a:buFont typeface="Arial"/>
              <a:buChar char="•"/>
            </a:pPr>
            <a:r>
              <a:rPr b="0" lang="en-US" sz="3200" spc="-1" strike="noStrike">
                <a:solidFill>
                  <a:schemeClr val="dk1"/>
                </a:solidFill>
                <a:latin typeface="Grandview Display"/>
              </a:rPr>
              <a:t>Conclusion and future work </a:t>
            </a:r>
            <a:endParaRPr b="0" lang="en-AE"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640080" y="236160"/>
            <a:ext cx="10890360" cy="109656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4000" spc="-1" strike="noStrike">
                <a:solidFill>
                  <a:schemeClr val="dk1"/>
                </a:solidFill>
                <a:latin typeface="Grandview Display"/>
              </a:rPr>
              <a:t>Problem</a:t>
            </a:r>
            <a:endParaRPr b="0" lang="en-AE" sz="4000" spc="-1" strike="noStrike">
              <a:solidFill>
                <a:srgbClr val="000000"/>
              </a:solidFill>
              <a:latin typeface="Arial"/>
            </a:endParaRPr>
          </a:p>
        </p:txBody>
      </p:sp>
      <p:sp>
        <p:nvSpPr>
          <p:cNvPr id="74" name="PlaceHolder 2"/>
          <p:cNvSpPr>
            <a:spLocks noGrp="1"/>
          </p:cNvSpPr>
          <p:nvPr>
            <p:ph/>
          </p:nvPr>
        </p:nvSpPr>
        <p:spPr>
          <a:xfrm>
            <a:off x="640080" y="1498320"/>
            <a:ext cx="10890360" cy="356544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2000" spc="-1" strike="noStrike">
                <a:solidFill>
                  <a:schemeClr val="dk1"/>
                </a:solidFill>
                <a:latin typeface="Grandview Display"/>
              </a:rPr>
              <a:t>In today's world, despite the globalization of technology, many struggle to utilize them to the fullest. Majority of such users are elderly or bear physical and mental impairments for whom its  difficult to complete even simple tasks such as booking appointments.</a:t>
            </a:r>
            <a:endParaRPr b="0" lang="en-AE" sz="2000" spc="-1" strike="noStrike">
              <a:solidFill>
                <a:srgbClr val="000000"/>
              </a:solidFill>
              <a:latin typeface="Arial"/>
            </a:endParaRPr>
          </a:p>
        </p:txBody>
      </p:sp>
      <p:pic>
        <p:nvPicPr>
          <p:cNvPr id="75" name="Picture 2" descr="Medical appointment with happy doctor character in flat design  illustration. | Premium Vector"/>
          <p:cNvPicPr/>
          <p:nvPr/>
        </p:nvPicPr>
        <p:blipFill>
          <a:blip r:embed="rId1"/>
          <a:stretch/>
        </p:blipFill>
        <p:spPr>
          <a:xfrm>
            <a:off x="7784280" y="3429000"/>
            <a:ext cx="3510360" cy="29941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640080" y="309960"/>
            <a:ext cx="10890360" cy="109656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4000" spc="-1" strike="noStrike">
                <a:solidFill>
                  <a:schemeClr val="dk1"/>
                </a:solidFill>
                <a:latin typeface="Grandview Display"/>
              </a:rPr>
              <a:t>Solution</a:t>
            </a:r>
            <a:endParaRPr b="0" lang="en-AE" sz="4000" spc="-1" strike="noStrike">
              <a:solidFill>
                <a:srgbClr val="000000"/>
              </a:solidFill>
              <a:latin typeface="Arial"/>
            </a:endParaRPr>
          </a:p>
        </p:txBody>
      </p:sp>
      <p:sp>
        <p:nvSpPr>
          <p:cNvPr id="77" name="PlaceHolder 2"/>
          <p:cNvSpPr>
            <a:spLocks noGrp="1"/>
          </p:cNvSpPr>
          <p:nvPr>
            <p:ph/>
          </p:nvPr>
        </p:nvSpPr>
        <p:spPr>
          <a:xfrm>
            <a:off x="640080" y="1645920"/>
            <a:ext cx="10890360" cy="3565440"/>
          </a:xfrm>
          <a:prstGeom prst="rect">
            <a:avLst/>
          </a:prstGeom>
          <a:noFill/>
          <a:ln w="0">
            <a:noFill/>
          </a:ln>
        </p:spPr>
        <p:txBody>
          <a:bodyPr lIns="91440" rIns="91440" tIns="45720" bIns="45720" anchor="t">
            <a:noAutofit/>
          </a:bodyPr>
          <a:p>
            <a:pPr indent="0" defTabSz="914400">
              <a:lnSpc>
                <a:spcPct val="120000"/>
              </a:lnSpc>
              <a:spcBef>
                <a:spcPts val="1191"/>
              </a:spcBef>
              <a:spcAft>
                <a:spcPts val="992"/>
              </a:spcAft>
              <a:buNone/>
              <a:tabLst>
                <a:tab algn="l" pos="0"/>
              </a:tabLst>
            </a:pPr>
            <a:r>
              <a:rPr b="0" lang="en-US" sz="2000" spc="-1" strike="noStrike">
                <a:solidFill>
                  <a:schemeClr val="dk1"/>
                </a:solidFill>
                <a:latin typeface="Grandview Display"/>
              </a:rPr>
              <a:t>An AI model assistant that utilizes Streamlit for the interface, Python for backend logic, and Lisp for handling symbolic reasoning and decision-making. It accepts user details, intelligently manages context, and books appointments on their behalf. The system is designed to deliver a cleaner, more seamless user experience by combining intuitive interaction with smart automation. </a:t>
            </a:r>
            <a:endParaRPr b="0" lang="en-AE"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768240" y="2715840"/>
            <a:ext cx="10890360" cy="1627560"/>
          </a:xfrm>
          <a:prstGeom prst="rect">
            <a:avLst/>
          </a:prstGeom>
          <a:noFill/>
          <a:ln w="0">
            <a:noFill/>
          </a:ln>
        </p:spPr>
        <p:txBody>
          <a:bodyPr lIns="0" rIns="0" tIns="0" bIns="0" anchor="ctr">
            <a:noAutofit/>
          </a:bodyPr>
          <a:p>
            <a:pPr indent="0">
              <a:lnSpc>
                <a:spcPct val="100000"/>
              </a:lnSpc>
              <a:spcBef>
                <a:spcPts val="1191"/>
              </a:spcBef>
              <a:spcAft>
                <a:spcPts val="992"/>
              </a:spcAft>
              <a:buNone/>
              <a:tabLst>
                <a:tab algn="l" pos="0"/>
              </a:tabLst>
            </a:pPr>
            <a:r>
              <a:rPr b="0" lang="en-US" sz="2100" spc="-1" strike="noStrike">
                <a:solidFill>
                  <a:srgbClr val="000000"/>
                </a:solidFill>
                <a:latin typeface="Grandview Display"/>
              </a:rPr>
              <a:t>Imperative – Uses explicit commands to manage program flow. Environment variables are used to securely save and access user data.</a:t>
            </a:r>
            <a:br>
              <a:rPr sz="2100"/>
            </a:br>
            <a:br>
              <a:rPr sz="2100"/>
            </a:br>
            <a:r>
              <a:rPr b="0" lang="en-US" sz="2100" spc="-1" strike="noStrike">
                <a:solidFill>
                  <a:srgbClr val="000000"/>
                </a:solidFill>
                <a:latin typeface="Grandview Display"/>
              </a:rPr>
              <a:t>Object-Oriented – Encapsulates AI models and logic into objects. Promotes modular, scalable, and maintainable code structure.</a:t>
            </a:r>
            <a:br>
              <a:rPr sz="2100"/>
            </a:br>
            <a:br>
              <a:rPr sz="2100"/>
            </a:br>
            <a:r>
              <a:rPr b="0" lang="en-US" sz="2100" spc="-1" strike="noStrike">
                <a:solidFill>
                  <a:srgbClr val="000000"/>
                </a:solidFill>
                <a:latin typeface="Grandview Display"/>
              </a:rPr>
              <a:t>Functional – Leverages pure functions for cleaner, reusable code. Improves readability and simplifies debugging.</a:t>
            </a:r>
            <a:br>
              <a:rPr sz="2100"/>
            </a:br>
            <a:br>
              <a:rPr sz="2100"/>
            </a:br>
            <a:r>
              <a:rPr b="0" lang="en-US" sz="2100" spc="-1" strike="noStrike">
                <a:solidFill>
                  <a:srgbClr val="000000"/>
                </a:solidFill>
                <a:latin typeface="Grandview Display"/>
              </a:rPr>
              <a:t>Interactive – Streamlit provides a dynamic UI for real-time input and output. Enables users to interact with models instantly.</a:t>
            </a:r>
            <a:br>
              <a:rPr sz="2100"/>
            </a:br>
            <a:endParaRPr b="0" lang="en-AE" sz="2100" spc="-1" strike="noStrike">
              <a:solidFill>
                <a:srgbClr val="000000"/>
              </a:solidFill>
              <a:latin typeface="Arial"/>
            </a:endParaRPr>
          </a:p>
        </p:txBody>
      </p:sp>
      <p:sp>
        <p:nvSpPr>
          <p:cNvPr id="79" name="Title 2"/>
          <p:cNvSpPr/>
          <p:nvPr/>
        </p:nvSpPr>
        <p:spPr>
          <a:xfrm>
            <a:off x="640080" y="310320"/>
            <a:ext cx="10890360" cy="10965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4000" spc="-1" strike="noStrike">
                <a:solidFill>
                  <a:schemeClr val="dk1"/>
                </a:solidFill>
                <a:latin typeface="Grandview Display"/>
              </a:rPr>
              <a:t>Paradigms</a:t>
            </a:r>
            <a:endParaRPr b="0" lang="en-AE"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78880" y="322200"/>
            <a:ext cx="10890360" cy="1096560"/>
          </a:xfrm>
          <a:prstGeom prst="rect">
            <a:avLst/>
          </a:prstGeom>
          <a:noFill/>
          <a:ln w="0">
            <a:noFill/>
          </a:ln>
        </p:spPr>
        <p:txBody>
          <a:bodyPr lIns="91440" rIns="91440" tIns="45720" bIns="45720" anchor="t">
            <a:normAutofit fontScale="87222" lnSpcReduction="10000"/>
          </a:bodyPr>
          <a:p>
            <a:pPr indent="0" defTabSz="914400">
              <a:lnSpc>
                <a:spcPct val="100000"/>
              </a:lnSpc>
              <a:buNone/>
              <a:tabLst>
                <a:tab algn="l" pos="0"/>
              </a:tabLst>
            </a:pPr>
            <a:r>
              <a:rPr b="1" lang="en-US" sz="4000" spc="-1" strike="noStrike">
                <a:solidFill>
                  <a:schemeClr val="dk1"/>
                </a:solidFill>
                <a:latin typeface="Grandview Display"/>
              </a:rPr>
              <a:t>Implementation</a:t>
            </a:r>
            <a:br>
              <a:rPr sz="4000"/>
            </a:br>
            <a:endParaRPr b="0" lang="en-AE" sz="4000" spc="-1" strike="noStrike">
              <a:solidFill>
                <a:srgbClr val="000000"/>
              </a:solidFill>
              <a:latin typeface="Arial"/>
            </a:endParaRPr>
          </a:p>
        </p:txBody>
      </p:sp>
      <p:sp>
        <p:nvSpPr>
          <p:cNvPr id="81" name="PlaceHolder 2"/>
          <p:cNvSpPr>
            <a:spLocks noGrp="1"/>
          </p:cNvSpPr>
          <p:nvPr>
            <p:ph/>
          </p:nvPr>
        </p:nvSpPr>
        <p:spPr>
          <a:xfrm>
            <a:off x="228600" y="1371600"/>
            <a:ext cx="10890360" cy="3565440"/>
          </a:xfrm>
          <a:prstGeom prst="rect">
            <a:avLst/>
          </a:prstGeom>
          <a:noFill/>
          <a:ln w="0">
            <a:noFill/>
          </a:ln>
        </p:spPr>
        <p:txBody>
          <a:bodyPr lIns="91440" rIns="91440" tIns="45720" bIns="45720" anchor="t">
            <a:noAutofit/>
          </a:bodyPr>
          <a:p>
            <a:pPr marL="432000" indent="0">
              <a:lnSpc>
                <a:spcPct val="120000"/>
              </a:lnSpc>
              <a:spcBef>
                <a:spcPts val="1417"/>
              </a:spcBef>
              <a:buNone/>
              <a:tabLst>
                <a:tab algn="l" pos="0"/>
              </a:tabLst>
            </a:pPr>
            <a:r>
              <a:rPr b="0" lang="en-US" sz="2000" spc="-1" strike="noStrike">
                <a:solidFill>
                  <a:schemeClr val="dk1"/>
                </a:solidFill>
                <a:latin typeface="Grandview Display"/>
              </a:rPr>
              <a:t>After accepting user details from the GUI, it is then saved into the .env file. Utilizing this data the program calls an AI model (mistral:latest) to access the site and fill in the form for the user. Since details such as phone number and email are necessary to complete the appointment form, users can confirm success without opening the hospital website.</a:t>
            </a:r>
            <a:endParaRPr b="0" lang="en-AE" sz="2000" spc="-1" strike="noStrike">
              <a:solidFill>
                <a:srgbClr val="000000"/>
              </a:solidFill>
              <a:latin typeface="Arial"/>
            </a:endParaRPr>
          </a:p>
          <a:p>
            <a:pPr marL="432000" indent="0">
              <a:lnSpc>
                <a:spcPct val="120000"/>
              </a:lnSpc>
              <a:spcBef>
                <a:spcPts val="1417"/>
              </a:spcBef>
              <a:buNone/>
              <a:tabLst>
                <a:tab algn="l" pos="0"/>
              </a:tabLst>
            </a:pPr>
            <a:r>
              <a:rPr b="0" lang="en-US" sz="2000" spc="-1" strike="noStrike">
                <a:solidFill>
                  <a:schemeClr val="dk1"/>
                </a:solidFill>
                <a:latin typeface="Grandview Display"/>
              </a:rPr>
              <a:t>We have chosen to use LLM to cover potential security issues regarding user data, such as Emirates IDs and contact details. As medical information is private, security measures are always a must. </a:t>
            </a:r>
            <a:endParaRPr b="0" lang="en-AE"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650520" y="88920"/>
            <a:ext cx="10890360" cy="109656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5400" spc="-1" strike="noStrike">
                <a:solidFill>
                  <a:schemeClr val="dk1"/>
                </a:solidFill>
                <a:latin typeface="Grandview Display"/>
              </a:rPr>
              <a:t>Conclusion and future work</a:t>
            </a:r>
            <a:endParaRPr b="0" lang="en-AE" sz="5400" spc="-1" strike="noStrike">
              <a:solidFill>
                <a:srgbClr val="000000"/>
              </a:solidFill>
              <a:latin typeface="Arial"/>
            </a:endParaRPr>
          </a:p>
        </p:txBody>
      </p:sp>
      <p:sp>
        <p:nvSpPr>
          <p:cNvPr id="83" name="PlaceHolder 2"/>
          <p:cNvSpPr>
            <a:spLocks noGrp="1"/>
          </p:cNvSpPr>
          <p:nvPr>
            <p:ph/>
          </p:nvPr>
        </p:nvSpPr>
        <p:spPr>
          <a:xfrm>
            <a:off x="650520" y="1645920"/>
            <a:ext cx="10890360" cy="3565440"/>
          </a:xfrm>
          <a:prstGeom prst="rect">
            <a:avLst/>
          </a:prstGeom>
          <a:noFill/>
          <a:ln w="0">
            <a:noFill/>
          </a:ln>
        </p:spPr>
        <p:txBody>
          <a:bodyPr lIns="91440" rIns="91440" tIns="45720" bIns="45720" anchor="t">
            <a:normAutofit fontScale="93333"/>
          </a:bodyPr>
          <a:p>
            <a:pPr indent="0" defTabSz="914400">
              <a:lnSpc>
                <a:spcPct val="120000"/>
              </a:lnSpc>
              <a:spcBef>
                <a:spcPts val="1001"/>
              </a:spcBef>
              <a:buNone/>
              <a:tabLst>
                <a:tab algn="l" pos="0"/>
              </a:tabLst>
            </a:pPr>
            <a:r>
              <a:rPr b="0" lang="en-US" sz="3200" spc="-1" strike="noStrike">
                <a:solidFill>
                  <a:schemeClr val="dk1"/>
                </a:solidFill>
                <a:latin typeface="Grandview Display"/>
              </a:rPr>
              <a:t>Through this application we hope to provide more options to those who already struggle with basic technology as well as influence other developers to put higher emphasis to user accessibility.</a:t>
            </a:r>
            <a:endParaRPr b="0" lang="en-AE" sz="3200" spc="-1" strike="noStrike">
              <a:solidFill>
                <a:srgbClr val="000000"/>
              </a:solidFill>
              <a:latin typeface="Arial"/>
            </a:endParaRPr>
          </a:p>
          <a:p>
            <a:pPr indent="0" defTabSz="914400">
              <a:lnSpc>
                <a:spcPct val="120000"/>
              </a:lnSpc>
              <a:spcBef>
                <a:spcPts val="1001"/>
              </a:spcBef>
              <a:buNone/>
              <a:tabLst>
                <a:tab algn="l" pos="0"/>
              </a:tabLst>
            </a:pPr>
            <a:r>
              <a:rPr b="0" lang="en-US" sz="3200" spc="-1" strike="noStrike">
                <a:solidFill>
                  <a:schemeClr val="dk1"/>
                </a:solidFill>
                <a:latin typeface="Grandview Display"/>
              </a:rPr>
              <a:t>We hope to add more options and filters to allow users to book appointments across different medical facilities.</a:t>
            </a:r>
            <a:endParaRPr b="0" lang="en-AE"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2962440" y="2391480"/>
            <a:ext cx="12781440" cy="174888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i="1" lang="en-US" sz="8800" spc="-1" strike="noStrike">
                <a:solidFill>
                  <a:schemeClr val="dk1"/>
                </a:solidFill>
                <a:latin typeface="Grandview Display"/>
              </a:rPr>
              <a:t>Thank you</a:t>
            </a:r>
            <a:endParaRPr b="0" lang="en-AE" sz="8800" spc="-1" strike="noStrike">
              <a:solidFill>
                <a:srgbClr val="000000"/>
              </a:solidFill>
              <a:latin typeface="Arial"/>
            </a:endParaRPr>
          </a:p>
        </p:txBody>
      </p:sp>
      <p:sp>
        <p:nvSpPr>
          <p:cNvPr id="85" name="PlaceHolder 2"/>
          <p:cNvSpPr>
            <a:spLocks noGrp="1"/>
          </p:cNvSpPr>
          <p:nvPr>
            <p:ph/>
          </p:nvPr>
        </p:nvSpPr>
        <p:spPr>
          <a:xfrm>
            <a:off x="552240" y="4662720"/>
            <a:ext cx="10890360" cy="3565440"/>
          </a:xfrm>
          <a:prstGeom prst="rect">
            <a:avLst/>
          </a:prstGeom>
          <a:noFill/>
          <a:ln w="0">
            <a:noFill/>
          </a:ln>
        </p:spPr>
        <p:txBody>
          <a:bodyPr lIns="91440" rIns="91440" tIns="45720" bIns="45720" anchor="t">
            <a:noAutofit/>
          </a:bodyPr>
          <a:p>
            <a:pPr indent="0">
              <a:spcBef>
                <a:spcPts val="1417"/>
              </a:spcBef>
              <a:buNone/>
            </a:pPr>
            <a:endParaRPr b="0" lang="en-AE"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DashVTI">
  <a:themeElements>
    <a:clrScheme name="Custom 6">
      <a:dk1>
        <a:srgbClr val="000000"/>
      </a:dk1>
      <a:lt1>
        <a:srgbClr val="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pitchFamily="0" charset="1"/>
        <a:ea typeface=""/>
        <a:cs typeface=""/>
      </a:majorFont>
      <a:minorFont>
        <a:latin typeface="Grandview Display"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67</TotalTime>
  <Application>LibreOffice/24.2.2.2$Windows_X86_64 LibreOffice_project/d56cc158d8a96260b836f100ef4b4ef25d6f1a01</Application>
  <AppVersion>15.0000</AppVersion>
  <Words>146</Words>
  <Paragraphs>19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2025-04-23T12:03:05Z</dcterms:created>
  <dc:creator>20220002085 Hassan Mujtaba</dc:creator>
  <dc:description/>
  <dc:language>en-AE</dc:language>
  <cp:lastModifiedBy/>
  <dcterms:modified xsi:type="dcterms:W3CDTF">2025-04-23T17:14:58Z</dcterms:modified>
  <cp:revision>12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PresentationFormat">
    <vt:lpwstr>Widescreen</vt:lpwstr>
  </property>
  <property fmtid="{D5CDD505-2E9C-101B-9397-08002B2CF9AE}" pid="4" name="Slides">
    <vt:i4>8</vt:i4>
  </property>
</Properties>
</file>